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0056E-9F03-45D8-B150-00C748673E1E}" v="87" dt="2024-12-11T01:29:31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ngYiGrace Tan" userId="31ec114b63101d3b" providerId="LiveId" clId="{B590056E-9F03-45D8-B150-00C748673E1E}"/>
    <pc:docChg chg="undo redo custSel addSld delSld modSld">
      <pc:chgData name="XiangYiGrace Tan" userId="31ec114b63101d3b" providerId="LiveId" clId="{B590056E-9F03-45D8-B150-00C748673E1E}" dt="2024-12-11T01:34:31.838" v="1110" actId="20577"/>
      <pc:docMkLst>
        <pc:docMk/>
      </pc:docMkLst>
      <pc:sldChg chg="modSp mod">
        <pc:chgData name="XiangYiGrace Tan" userId="31ec114b63101d3b" providerId="LiveId" clId="{B590056E-9F03-45D8-B150-00C748673E1E}" dt="2024-12-11T01:05:27.124" v="567" actId="20577"/>
        <pc:sldMkLst>
          <pc:docMk/>
          <pc:sldMk cId="4159035873" sldId="256"/>
        </pc:sldMkLst>
        <pc:spChg chg="mod">
          <ac:chgData name="XiangYiGrace Tan" userId="31ec114b63101d3b" providerId="LiveId" clId="{B590056E-9F03-45D8-B150-00C748673E1E}" dt="2024-12-11T01:05:27.124" v="567" actId="20577"/>
          <ac:spMkLst>
            <pc:docMk/>
            <pc:sldMk cId="4159035873" sldId="256"/>
            <ac:spMk id="2" creationId="{C66945CF-A80E-E2B0-65D5-64FBC82AA290}"/>
          </ac:spMkLst>
        </pc:spChg>
      </pc:sldChg>
      <pc:sldChg chg="modSp mod">
        <pc:chgData name="XiangYiGrace Tan" userId="31ec114b63101d3b" providerId="LiveId" clId="{B590056E-9F03-45D8-B150-00C748673E1E}" dt="2024-12-11T01:05:11.253" v="533" actId="20577"/>
        <pc:sldMkLst>
          <pc:docMk/>
          <pc:sldMk cId="2250572611" sldId="257"/>
        </pc:sldMkLst>
        <pc:spChg chg="mod">
          <ac:chgData name="XiangYiGrace Tan" userId="31ec114b63101d3b" providerId="LiveId" clId="{B590056E-9F03-45D8-B150-00C748673E1E}" dt="2024-12-11T01:05:11.253" v="533" actId="20577"/>
          <ac:spMkLst>
            <pc:docMk/>
            <pc:sldMk cId="2250572611" sldId="257"/>
            <ac:spMk id="2" creationId="{A6609E89-F08B-93FB-8F47-387C059B4BD5}"/>
          </ac:spMkLst>
        </pc:spChg>
      </pc:sldChg>
      <pc:sldChg chg="modSp mod">
        <pc:chgData name="XiangYiGrace Tan" userId="31ec114b63101d3b" providerId="LiveId" clId="{B590056E-9F03-45D8-B150-00C748673E1E}" dt="2024-12-11T00:46:48.150" v="28" actId="2711"/>
        <pc:sldMkLst>
          <pc:docMk/>
          <pc:sldMk cId="3820748334" sldId="258"/>
        </pc:sldMkLst>
        <pc:spChg chg="mod">
          <ac:chgData name="XiangYiGrace Tan" userId="31ec114b63101d3b" providerId="LiveId" clId="{B590056E-9F03-45D8-B150-00C748673E1E}" dt="2024-12-11T00:46:48.150" v="28" actId="2711"/>
          <ac:spMkLst>
            <pc:docMk/>
            <pc:sldMk cId="3820748334" sldId="258"/>
            <ac:spMk id="3" creationId="{80B07295-D457-11B9-54E9-F923153C94F6}"/>
          </ac:spMkLst>
        </pc:spChg>
      </pc:sldChg>
      <pc:sldChg chg="modSp mod">
        <pc:chgData name="XiangYiGrace Tan" userId="31ec114b63101d3b" providerId="LiveId" clId="{B590056E-9F03-45D8-B150-00C748673E1E}" dt="2024-12-11T00:46:54.360" v="29" actId="2711"/>
        <pc:sldMkLst>
          <pc:docMk/>
          <pc:sldMk cId="1922314234" sldId="259"/>
        </pc:sldMkLst>
        <pc:spChg chg="mod">
          <ac:chgData name="XiangYiGrace Tan" userId="31ec114b63101d3b" providerId="LiveId" clId="{B590056E-9F03-45D8-B150-00C748673E1E}" dt="2024-12-11T00:44:18.269" v="2" actId="113"/>
          <ac:spMkLst>
            <pc:docMk/>
            <pc:sldMk cId="1922314234" sldId="259"/>
            <ac:spMk id="2" creationId="{7B199F4E-9C21-3A26-AFA5-94753F7BAC54}"/>
          </ac:spMkLst>
        </pc:spChg>
        <pc:spChg chg="mod">
          <ac:chgData name="XiangYiGrace Tan" userId="31ec114b63101d3b" providerId="LiveId" clId="{B590056E-9F03-45D8-B150-00C748673E1E}" dt="2024-12-11T00:46:54.360" v="29" actId="2711"/>
          <ac:spMkLst>
            <pc:docMk/>
            <pc:sldMk cId="1922314234" sldId="259"/>
            <ac:spMk id="3" creationId="{A3B681E3-6A35-75DC-7C2D-64710BC695E5}"/>
          </ac:spMkLst>
        </pc:spChg>
      </pc:sldChg>
      <pc:sldChg chg="modSp mod">
        <pc:chgData name="XiangYiGrace Tan" userId="31ec114b63101d3b" providerId="LiveId" clId="{B590056E-9F03-45D8-B150-00C748673E1E}" dt="2024-12-11T00:47:08.935" v="32" actId="2711"/>
        <pc:sldMkLst>
          <pc:docMk/>
          <pc:sldMk cId="2909797567" sldId="260"/>
        </pc:sldMkLst>
        <pc:spChg chg="mod">
          <ac:chgData name="XiangYiGrace Tan" userId="31ec114b63101d3b" providerId="LiveId" clId="{B590056E-9F03-45D8-B150-00C748673E1E}" dt="2024-12-11T00:45:06.015" v="15"/>
          <ac:spMkLst>
            <pc:docMk/>
            <pc:sldMk cId="2909797567" sldId="260"/>
            <ac:spMk id="2" creationId="{E4F71A36-A956-547E-F73F-DA5B7849C869}"/>
          </ac:spMkLst>
        </pc:spChg>
        <pc:spChg chg="mod">
          <ac:chgData name="XiangYiGrace Tan" userId="31ec114b63101d3b" providerId="LiveId" clId="{B590056E-9F03-45D8-B150-00C748673E1E}" dt="2024-12-11T00:47:08.935" v="32" actId="2711"/>
          <ac:spMkLst>
            <pc:docMk/>
            <pc:sldMk cId="2909797567" sldId="260"/>
            <ac:spMk id="3" creationId="{49160476-8C76-2A73-005E-B5712E330E3A}"/>
          </ac:spMkLst>
        </pc:spChg>
      </pc:sldChg>
      <pc:sldChg chg="addSp modSp mod">
        <pc:chgData name="XiangYiGrace Tan" userId="31ec114b63101d3b" providerId="LiveId" clId="{B590056E-9F03-45D8-B150-00C748673E1E}" dt="2024-12-11T01:10:31.645" v="643" actId="571"/>
        <pc:sldMkLst>
          <pc:docMk/>
          <pc:sldMk cId="4210902961" sldId="261"/>
        </pc:sldMkLst>
        <pc:spChg chg="mod">
          <ac:chgData name="XiangYiGrace Tan" userId="31ec114b63101d3b" providerId="LiveId" clId="{B590056E-9F03-45D8-B150-00C748673E1E}" dt="2024-12-11T00:47:22.663" v="33"/>
          <ac:spMkLst>
            <pc:docMk/>
            <pc:sldMk cId="4210902961" sldId="261"/>
            <ac:spMk id="2" creationId="{25C43250-D54D-88B3-190F-4C0DB7E211A9}"/>
          </ac:spMkLst>
        </pc:spChg>
        <pc:spChg chg="mod">
          <ac:chgData name="XiangYiGrace Tan" userId="31ec114b63101d3b" providerId="LiveId" clId="{B590056E-9F03-45D8-B150-00C748673E1E}" dt="2024-12-11T00:49:03.373" v="119" actId="20577"/>
          <ac:spMkLst>
            <pc:docMk/>
            <pc:sldMk cId="4210902961" sldId="261"/>
            <ac:spMk id="3" creationId="{56DAA34A-A231-AE0B-7806-2E9CB0ED1517}"/>
          </ac:spMkLst>
        </pc:spChg>
        <pc:spChg chg="add mod">
          <ac:chgData name="XiangYiGrace Tan" userId="31ec114b63101d3b" providerId="LiveId" clId="{B590056E-9F03-45D8-B150-00C748673E1E}" dt="2024-12-11T01:10:31.645" v="643" actId="571"/>
          <ac:spMkLst>
            <pc:docMk/>
            <pc:sldMk cId="4210902961" sldId="261"/>
            <ac:spMk id="8" creationId="{D1F4799A-F568-DACE-687A-B57B29B899C6}"/>
          </ac:spMkLst>
        </pc:spChg>
        <pc:picChg chg="add mod">
          <ac:chgData name="XiangYiGrace Tan" userId="31ec114b63101d3b" providerId="LiveId" clId="{B590056E-9F03-45D8-B150-00C748673E1E}" dt="2024-12-11T00:49:23.508" v="121" actId="1076"/>
          <ac:picMkLst>
            <pc:docMk/>
            <pc:sldMk cId="4210902961" sldId="261"/>
            <ac:picMk id="5" creationId="{67DAE533-F41A-22CF-DECF-5AC9BAC4F853}"/>
          </ac:picMkLst>
        </pc:picChg>
        <pc:picChg chg="add mod">
          <ac:chgData name="XiangYiGrace Tan" userId="31ec114b63101d3b" providerId="LiveId" clId="{B590056E-9F03-45D8-B150-00C748673E1E}" dt="2024-12-11T00:50:23.360" v="123" actId="1076"/>
          <ac:picMkLst>
            <pc:docMk/>
            <pc:sldMk cId="4210902961" sldId="261"/>
            <ac:picMk id="7" creationId="{3D032313-E450-7BCA-0BA8-66DEC70101B1}"/>
          </ac:picMkLst>
        </pc:picChg>
        <pc:picChg chg="add mod">
          <ac:chgData name="XiangYiGrace Tan" userId="31ec114b63101d3b" providerId="LiveId" clId="{B590056E-9F03-45D8-B150-00C748673E1E}" dt="2024-12-11T01:10:31.645" v="643" actId="571"/>
          <ac:picMkLst>
            <pc:docMk/>
            <pc:sldMk cId="4210902961" sldId="261"/>
            <ac:picMk id="9" creationId="{6C052BCA-DB2A-CC0B-F609-9F42710013F9}"/>
          </ac:picMkLst>
        </pc:picChg>
        <pc:picChg chg="add mod">
          <ac:chgData name="XiangYiGrace Tan" userId="31ec114b63101d3b" providerId="LiveId" clId="{B590056E-9F03-45D8-B150-00C748673E1E}" dt="2024-12-11T01:10:31.645" v="643" actId="571"/>
          <ac:picMkLst>
            <pc:docMk/>
            <pc:sldMk cId="4210902961" sldId="261"/>
            <ac:picMk id="10" creationId="{EAC17D35-FE8D-82ED-3B7A-3BA9190126CD}"/>
          </ac:picMkLst>
        </pc:picChg>
      </pc:sldChg>
      <pc:sldChg chg="modSp new mod">
        <pc:chgData name="XiangYiGrace Tan" userId="31ec114b63101d3b" providerId="LiveId" clId="{B590056E-9F03-45D8-B150-00C748673E1E}" dt="2024-12-11T00:51:30.179" v="166" actId="5793"/>
        <pc:sldMkLst>
          <pc:docMk/>
          <pc:sldMk cId="1008870061" sldId="262"/>
        </pc:sldMkLst>
        <pc:spChg chg="mod">
          <ac:chgData name="XiangYiGrace Tan" userId="31ec114b63101d3b" providerId="LiveId" clId="{B590056E-9F03-45D8-B150-00C748673E1E}" dt="2024-12-11T00:48:35.846" v="114"/>
          <ac:spMkLst>
            <pc:docMk/>
            <pc:sldMk cId="1008870061" sldId="262"/>
            <ac:spMk id="2" creationId="{630E14E4-E3FF-E912-0294-EFB57D1BDB3F}"/>
          </ac:spMkLst>
        </pc:spChg>
        <pc:spChg chg="mod">
          <ac:chgData name="XiangYiGrace Tan" userId="31ec114b63101d3b" providerId="LiveId" clId="{B590056E-9F03-45D8-B150-00C748673E1E}" dt="2024-12-11T00:51:30.179" v="166" actId="5793"/>
          <ac:spMkLst>
            <pc:docMk/>
            <pc:sldMk cId="1008870061" sldId="262"/>
            <ac:spMk id="3" creationId="{9E1FD190-C606-F385-CBA1-800EBFD1ECF5}"/>
          </ac:spMkLst>
        </pc:spChg>
      </pc:sldChg>
      <pc:sldChg chg="modSp new mod">
        <pc:chgData name="XiangYiGrace Tan" userId="31ec114b63101d3b" providerId="LiveId" clId="{B590056E-9F03-45D8-B150-00C748673E1E}" dt="2024-12-11T00:53:28.013" v="228" actId="2711"/>
        <pc:sldMkLst>
          <pc:docMk/>
          <pc:sldMk cId="3236763756" sldId="263"/>
        </pc:sldMkLst>
        <pc:spChg chg="mod">
          <ac:chgData name="XiangYiGrace Tan" userId="31ec114b63101d3b" providerId="LiveId" clId="{B590056E-9F03-45D8-B150-00C748673E1E}" dt="2024-12-11T00:51:48.745" v="169" actId="113"/>
          <ac:spMkLst>
            <pc:docMk/>
            <pc:sldMk cId="3236763756" sldId="263"/>
            <ac:spMk id="2" creationId="{48469DDA-FDCB-9811-0AF4-91E79233E380}"/>
          </ac:spMkLst>
        </pc:spChg>
        <pc:spChg chg="mod">
          <ac:chgData name="XiangYiGrace Tan" userId="31ec114b63101d3b" providerId="LiveId" clId="{B590056E-9F03-45D8-B150-00C748673E1E}" dt="2024-12-11T00:53:28.013" v="228" actId="2711"/>
          <ac:spMkLst>
            <pc:docMk/>
            <pc:sldMk cId="3236763756" sldId="263"/>
            <ac:spMk id="3" creationId="{9BF1F596-71C7-86FA-0938-0A5E6A818846}"/>
          </ac:spMkLst>
        </pc:spChg>
      </pc:sldChg>
      <pc:sldChg chg="modSp add mod">
        <pc:chgData name="XiangYiGrace Tan" userId="31ec114b63101d3b" providerId="LiveId" clId="{B590056E-9F03-45D8-B150-00C748673E1E}" dt="2024-12-11T00:56:24.466" v="304"/>
        <pc:sldMkLst>
          <pc:docMk/>
          <pc:sldMk cId="1761571317" sldId="264"/>
        </pc:sldMkLst>
        <pc:spChg chg="mod">
          <ac:chgData name="XiangYiGrace Tan" userId="31ec114b63101d3b" providerId="LiveId" clId="{B590056E-9F03-45D8-B150-00C748673E1E}" dt="2024-12-11T00:56:24.466" v="304"/>
          <ac:spMkLst>
            <pc:docMk/>
            <pc:sldMk cId="1761571317" sldId="264"/>
            <ac:spMk id="3" creationId="{9BF1F596-71C7-86FA-0938-0A5E6A818846}"/>
          </ac:spMkLst>
        </pc:spChg>
      </pc:sldChg>
      <pc:sldChg chg="addSp modSp add mod">
        <pc:chgData name="XiangYiGrace Tan" userId="31ec114b63101d3b" providerId="LiveId" clId="{B590056E-9F03-45D8-B150-00C748673E1E}" dt="2024-12-11T00:57:37.084" v="324" actId="5793"/>
        <pc:sldMkLst>
          <pc:docMk/>
          <pc:sldMk cId="4104034437" sldId="265"/>
        </pc:sldMkLst>
        <pc:spChg chg="mod">
          <ac:chgData name="XiangYiGrace Tan" userId="31ec114b63101d3b" providerId="LiveId" clId="{B590056E-9F03-45D8-B150-00C748673E1E}" dt="2024-12-11T00:57:37.084" v="324" actId="5793"/>
          <ac:spMkLst>
            <pc:docMk/>
            <pc:sldMk cId="4104034437" sldId="265"/>
            <ac:spMk id="3" creationId="{9BF1F596-71C7-86FA-0938-0A5E6A818846}"/>
          </ac:spMkLst>
        </pc:spChg>
        <pc:picChg chg="add mod">
          <ac:chgData name="XiangYiGrace Tan" userId="31ec114b63101d3b" providerId="LiveId" clId="{B590056E-9F03-45D8-B150-00C748673E1E}" dt="2024-12-11T00:57:20.030" v="317" actId="14100"/>
          <ac:picMkLst>
            <pc:docMk/>
            <pc:sldMk cId="4104034437" sldId="265"/>
            <ac:picMk id="5" creationId="{8AD64CD2-3C3E-E5A6-F983-482ADB21A4F8}"/>
          </ac:picMkLst>
        </pc:picChg>
      </pc:sldChg>
      <pc:sldChg chg="modSp new mod">
        <pc:chgData name="XiangYiGrace Tan" userId="31ec114b63101d3b" providerId="LiveId" clId="{B590056E-9F03-45D8-B150-00C748673E1E}" dt="2024-12-11T00:59:16.127" v="361" actId="27636"/>
        <pc:sldMkLst>
          <pc:docMk/>
          <pc:sldMk cId="1909472880" sldId="266"/>
        </pc:sldMkLst>
        <pc:spChg chg="mod">
          <ac:chgData name="XiangYiGrace Tan" userId="31ec114b63101d3b" providerId="LiveId" clId="{B590056E-9F03-45D8-B150-00C748673E1E}" dt="2024-12-11T00:57:56.518" v="326"/>
          <ac:spMkLst>
            <pc:docMk/>
            <pc:sldMk cId="1909472880" sldId="266"/>
            <ac:spMk id="2" creationId="{DCAA3665-333A-F7ED-9638-E67B610C27D8}"/>
          </ac:spMkLst>
        </pc:spChg>
        <pc:spChg chg="mod">
          <ac:chgData name="XiangYiGrace Tan" userId="31ec114b63101d3b" providerId="LiveId" clId="{B590056E-9F03-45D8-B150-00C748673E1E}" dt="2024-12-11T00:59:16.127" v="361" actId="27636"/>
          <ac:spMkLst>
            <pc:docMk/>
            <pc:sldMk cId="1909472880" sldId="266"/>
            <ac:spMk id="3" creationId="{29885E9A-D15A-0901-DDFE-D924074BD1E8}"/>
          </ac:spMkLst>
        </pc:spChg>
      </pc:sldChg>
      <pc:sldChg chg="addSp delSp modSp new mod">
        <pc:chgData name="XiangYiGrace Tan" userId="31ec114b63101d3b" providerId="LiveId" clId="{B590056E-9F03-45D8-B150-00C748673E1E}" dt="2024-12-11T00:59:37.176" v="372" actId="5793"/>
        <pc:sldMkLst>
          <pc:docMk/>
          <pc:sldMk cId="1182167674" sldId="267"/>
        </pc:sldMkLst>
        <pc:spChg chg="mod">
          <ac:chgData name="XiangYiGrace Tan" userId="31ec114b63101d3b" providerId="LiveId" clId="{B590056E-9F03-45D8-B150-00C748673E1E}" dt="2024-12-11T00:59:24.589" v="366"/>
          <ac:spMkLst>
            <pc:docMk/>
            <pc:sldMk cId="1182167674" sldId="267"/>
            <ac:spMk id="2" creationId="{75CBFBCF-296A-EA16-317B-8BD640F55F50}"/>
          </ac:spMkLst>
        </pc:spChg>
        <pc:spChg chg="mod">
          <ac:chgData name="XiangYiGrace Tan" userId="31ec114b63101d3b" providerId="LiveId" clId="{B590056E-9F03-45D8-B150-00C748673E1E}" dt="2024-12-11T00:59:37.176" v="372" actId="5793"/>
          <ac:spMkLst>
            <pc:docMk/>
            <pc:sldMk cId="1182167674" sldId="267"/>
            <ac:spMk id="3" creationId="{9B313B76-2053-ED50-44B3-E2E5047D9DB1}"/>
          </ac:spMkLst>
        </pc:spChg>
        <pc:spChg chg="add del">
          <ac:chgData name="XiangYiGrace Tan" userId="31ec114b63101d3b" providerId="LiveId" clId="{B590056E-9F03-45D8-B150-00C748673E1E}" dt="2024-12-11T00:59:24.007" v="365" actId="22"/>
          <ac:spMkLst>
            <pc:docMk/>
            <pc:sldMk cId="1182167674" sldId="267"/>
            <ac:spMk id="5" creationId="{55C08027-58B0-273D-2C86-ECF870455147}"/>
          </ac:spMkLst>
        </pc:spChg>
      </pc:sldChg>
      <pc:sldChg chg="addSp delSp modSp new mod">
        <pc:chgData name="XiangYiGrace Tan" userId="31ec114b63101d3b" providerId="LiveId" clId="{B590056E-9F03-45D8-B150-00C748673E1E}" dt="2024-12-11T01:04:21.374" v="507" actId="14734"/>
        <pc:sldMkLst>
          <pc:docMk/>
          <pc:sldMk cId="2732131656" sldId="268"/>
        </pc:sldMkLst>
        <pc:spChg chg="mod">
          <ac:chgData name="XiangYiGrace Tan" userId="31ec114b63101d3b" providerId="LiveId" clId="{B590056E-9F03-45D8-B150-00C748673E1E}" dt="2024-12-11T01:00:33.085" v="410" actId="20577"/>
          <ac:spMkLst>
            <pc:docMk/>
            <pc:sldMk cId="2732131656" sldId="268"/>
            <ac:spMk id="2" creationId="{AC1B5822-0166-1404-9F5A-5485FA085754}"/>
          </ac:spMkLst>
        </pc:spChg>
        <pc:spChg chg="add del mod">
          <ac:chgData name="XiangYiGrace Tan" userId="31ec114b63101d3b" providerId="LiveId" clId="{B590056E-9F03-45D8-B150-00C748673E1E}" dt="2024-12-11T01:01:38.176" v="425" actId="3680"/>
          <ac:spMkLst>
            <pc:docMk/>
            <pc:sldMk cId="2732131656" sldId="268"/>
            <ac:spMk id="3" creationId="{2F0F6BF4-1FA7-B654-7DFF-CFFD88115171}"/>
          </ac:spMkLst>
        </pc:spChg>
        <pc:graphicFrameChg chg="add del mod">
          <ac:chgData name="XiangYiGrace Tan" userId="31ec114b63101d3b" providerId="LiveId" clId="{B590056E-9F03-45D8-B150-00C748673E1E}" dt="2024-12-11T01:00:29.909" v="408"/>
          <ac:graphicFrameMkLst>
            <pc:docMk/>
            <pc:sldMk cId="2732131656" sldId="268"/>
            <ac:graphicFrameMk id="4" creationId="{659CCC57-74FE-0ED4-F0EB-17C0FAAC4CA4}"/>
          </ac:graphicFrameMkLst>
        </pc:graphicFrameChg>
        <pc:graphicFrameChg chg="add del mod">
          <ac:chgData name="XiangYiGrace Tan" userId="31ec114b63101d3b" providerId="LiveId" clId="{B590056E-9F03-45D8-B150-00C748673E1E}" dt="2024-12-11T01:00:29.909" v="408"/>
          <ac:graphicFrameMkLst>
            <pc:docMk/>
            <pc:sldMk cId="2732131656" sldId="268"/>
            <ac:graphicFrameMk id="5" creationId="{8516B34A-4C3A-8E93-1A85-C09BD95B2B07}"/>
          </ac:graphicFrameMkLst>
        </pc:graphicFrameChg>
        <pc:graphicFrameChg chg="add del mod">
          <ac:chgData name="XiangYiGrace Tan" userId="31ec114b63101d3b" providerId="LiveId" clId="{B590056E-9F03-45D8-B150-00C748673E1E}" dt="2024-12-11T01:00:29.909" v="408"/>
          <ac:graphicFrameMkLst>
            <pc:docMk/>
            <pc:sldMk cId="2732131656" sldId="268"/>
            <ac:graphicFrameMk id="6" creationId="{7AF82D07-DA65-A67F-E041-ECC7E88F6016}"/>
          </ac:graphicFrameMkLst>
        </pc:graphicFrameChg>
        <pc:graphicFrameChg chg="add del mod">
          <ac:chgData name="XiangYiGrace Tan" userId="31ec114b63101d3b" providerId="LiveId" clId="{B590056E-9F03-45D8-B150-00C748673E1E}" dt="2024-12-11T01:00:29.909" v="408"/>
          <ac:graphicFrameMkLst>
            <pc:docMk/>
            <pc:sldMk cId="2732131656" sldId="268"/>
            <ac:graphicFrameMk id="7" creationId="{BE734505-A387-1EB0-A0E0-4D008F680AB7}"/>
          </ac:graphicFrameMkLst>
        </pc:graphicFrameChg>
        <pc:graphicFrameChg chg="add del mod">
          <ac:chgData name="XiangYiGrace Tan" userId="31ec114b63101d3b" providerId="LiveId" clId="{B590056E-9F03-45D8-B150-00C748673E1E}" dt="2024-12-11T01:00:29.909" v="408"/>
          <ac:graphicFrameMkLst>
            <pc:docMk/>
            <pc:sldMk cId="2732131656" sldId="268"/>
            <ac:graphicFrameMk id="8" creationId="{8DA00F6E-AABC-4F80-9313-8C47DDDB2C72}"/>
          </ac:graphicFrameMkLst>
        </pc:graphicFrameChg>
        <pc:graphicFrameChg chg="add del mod modGraphic">
          <ac:chgData name="XiangYiGrace Tan" userId="31ec114b63101d3b" providerId="LiveId" clId="{B590056E-9F03-45D8-B150-00C748673E1E}" dt="2024-12-11T01:00:29.909" v="408"/>
          <ac:graphicFrameMkLst>
            <pc:docMk/>
            <pc:sldMk cId="2732131656" sldId="268"/>
            <ac:graphicFrameMk id="9" creationId="{96B4F0E9-62C3-A783-DFB6-4AA9493F7983}"/>
          </ac:graphicFrameMkLst>
        </pc:graphicFrameChg>
        <pc:graphicFrameChg chg="add del mod ord modGraphic">
          <ac:chgData name="XiangYiGrace Tan" userId="31ec114b63101d3b" providerId="LiveId" clId="{B590056E-9F03-45D8-B150-00C748673E1E}" dt="2024-12-11T01:04:21.374" v="507" actId="14734"/>
          <ac:graphicFrameMkLst>
            <pc:docMk/>
            <pc:sldMk cId="2732131656" sldId="268"/>
            <ac:graphicFrameMk id="10" creationId="{BEA548F3-A76F-1AFE-2E67-2FBC4026F2D4}"/>
          </ac:graphicFrameMkLst>
        </pc:graphicFrameChg>
      </pc:sldChg>
      <pc:sldChg chg="modSp new mod">
        <pc:chgData name="XiangYiGrace Tan" userId="31ec114b63101d3b" providerId="LiveId" clId="{B590056E-9F03-45D8-B150-00C748673E1E}" dt="2024-12-11T01:06:17.627" v="588" actId="20577"/>
        <pc:sldMkLst>
          <pc:docMk/>
          <pc:sldMk cId="726968030" sldId="269"/>
        </pc:sldMkLst>
        <pc:spChg chg="mod">
          <ac:chgData name="XiangYiGrace Tan" userId="31ec114b63101d3b" providerId="LiveId" clId="{B590056E-9F03-45D8-B150-00C748673E1E}" dt="2024-12-11T01:06:03.903" v="580" actId="20577"/>
          <ac:spMkLst>
            <pc:docMk/>
            <pc:sldMk cId="726968030" sldId="269"/>
            <ac:spMk id="2" creationId="{4D0A5237-269D-673D-30A2-D60EA302C6E5}"/>
          </ac:spMkLst>
        </pc:spChg>
        <pc:spChg chg="mod">
          <ac:chgData name="XiangYiGrace Tan" userId="31ec114b63101d3b" providerId="LiveId" clId="{B590056E-9F03-45D8-B150-00C748673E1E}" dt="2024-12-11T01:06:17.627" v="588" actId="20577"/>
          <ac:spMkLst>
            <pc:docMk/>
            <pc:sldMk cId="726968030" sldId="269"/>
            <ac:spMk id="3" creationId="{3F50D63C-7BF8-19CE-257B-0A43143B5475}"/>
          </ac:spMkLst>
        </pc:spChg>
      </pc:sldChg>
      <pc:sldChg chg="modSp new mod">
        <pc:chgData name="XiangYiGrace Tan" userId="31ec114b63101d3b" providerId="LiveId" clId="{B590056E-9F03-45D8-B150-00C748673E1E}" dt="2024-12-11T01:07:04.608" v="593"/>
        <pc:sldMkLst>
          <pc:docMk/>
          <pc:sldMk cId="1571874677" sldId="270"/>
        </pc:sldMkLst>
        <pc:spChg chg="mod">
          <ac:chgData name="XiangYiGrace Tan" userId="31ec114b63101d3b" providerId="LiveId" clId="{B590056E-9F03-45D8-B150-00C748673E1E}" dt="2024-12-11T01:06:49.037" v="591"/>
          <ac:spMkLst>
            <pc:docMk/>
            <pc:sldMk cId="1571874677" sldId="270"/>
            <ac:spMk id="2" creationId="{F89B3AFA-0304-A46B-B2C9-386B03A75A95}"/>
          </ac:spMkLst>
        </pc:spChg>
        <pc:spChg chg="mod">
          <ac:chgData name="XiangYiGrace Tan" userId="31ec114b63101d3b" providerId="LiveId" clId="{B590056E-9F03-45D8-B150-00C748673E1E}" dt="2024-12-11T01:07:04.608" v="593"/>
          <ac:spMkLst>
            <pc:docMk/>
            <pc:sldMk cId="1571874677" sldId="270"/>
            <ac:spMk id="3" creationId="{E2A414FE-D381-26DA-0061-F6823EEF143D}"/>
          </ac:spMkLst>
        </pc:spChg>
      </pc:sldChg>
      <pc:sldChg chg="modSp new mod">
        <pc:chgData name="XiangYiGrace Tan" userId="31ec114b63101d3b" providerId="LiveId" clId="{B590056E-9F03-45D8-B150-00C748673E1E}" dt="2024-12-11T01:08:51.241" v="611" actId="113"/>
        <pc:sldMkLst>
          <pc:docMk/>
          <pc:sldMk cId="2232640250" sldId="271"/>
        </pc:sldMkLst>
        <pc:spChg chg="mod">
          <ac:chgData name="XiangYiGrace Tan" userId="31ec114b63101d3b" providerId="LiveId" clId="{B590056E-9F03-45D8-B150-00C748673E1E}" dt="2024-12-11T01:07:29.483" v="595"/>
          <ac:spMkLst>
            <pc:docMk/>
            <pc:sldMk cId="2232640250" sldId="271"/>
            <ac:spMk id="2" creationId="{7976A255-F80A-E0E3-2CD5-83D35525ABA4}"/>
          </ac:spMkLst>
        </pc:spChg>
        <pc:spChg chg="mod">
          <ac:chgData name="XiangYiGrace Tan" userId="31ec114b63101d3b" providerId="LiveId" clId="{B590056E-9F03-45D8-B150-00C748673E1E}" dt="2024-12-11T01:08:51.241" v="611" actId="113"/>
          <ac:spMkLst>
            <pc:docMk/>
            <pc:sldMk cId="2232640250" sldId="271"/>
            <ac:spMk id="3" creationId="{77064C01-8D33-CB3C-9F3C-B582EED08D8A}"/>
          </ac:spMkLst>
        </pc:spChg>
      </pc:sldChg>
      <pc:sldChg chg="addSp modSp new mod">
        <pc:chgData name="XiangYiGrace Tan" userId="31ec114b63101d3b" providerId="LiveId" clId="{B590056E-9F03-45D8-B150-00C748673E1E}" dt="2024-12-11T01:34:21.446" v="1096" actId="313"/>
        <pc:sldMkLst>
          <pc:docMk/>
          <pc:sldMk cId="2428441423" sldId="272"/>
        </pc:sldMkLst>
        <pc:spChg chg="mod">
          <ac:chgData name="XiangYiGrace Tan" userId="31ec114b63101d3b" providerId="LiveId" clId="{B590056E-9F03-45D8-B150-00C748673E1E}" dt="2024-12-11T01:34:21.446" v="1096" actId="313"/>
          <ac:spMkLst>
            <pc:docMk/>
            <pc:sldMk cId="2428441423" sldId="272"/>
            <ac:spMk id="2" creationId="{826B4FA1-D344-D88D-6697-995A84D93A81}"/>
          </ac:spMkLst>
        </pc:spChg>
        <pc:spChg chg="mod">
          <ac:chgData name="XiangYiGrace Tan" userId="31ec114b63101d3b" providerId="LiveId" clId="{B590056E-9F03-45D8-B150-00C748673E1E}" dt="2024-12-11T01:11:12.464" v="654" actId="207"/>
          <ac:spMkLst>
            <pc:docMk/>
            <pc:sldMk cId="2428441423" sldId="272"/>
            <ac:spMk id="3" creationId="{523D839F-613F-55F4-9437-A3CAEF442D29}"/>
          </ac:spMkLst>
        </pc:spChg>
        <pc:picChg chg="add mod">
          <ac:chgData name="XiangYiGrace Tan" userId="31ec114b63101d3b" providerId="LiveId" clId="{B590056E-9F03-45D8-B150-00C748673E1E}" dt="2024-12-11T01:10:55.148" v="647"/>
          <ac:picMkLst>
            <pc:docMk/>
            <pc:sldMk cId="2428441423" sldId="272"/>
            <ac:picMk id="4" creationId="{9E1E8E95-925B-B355-D54C-95947297D8B0}"/>
          </ac:picMkLst>
        </pc:picChg>
        <pc:picChg chg="add mod">
          <ac:chgData name="XiangYiGrace Tan" userId="31ec114b63101d3b" providerId="LiveId" clId="{B590056E-9F03-45D8-B150-00C748673E1E}" dt="2024-12-11T01:10:55.148" v="647"/>
          <ac:picMkLst>
            <pc:docMk/>
            <pc:sldMk cId="2428441423" sldId="272"/>
            <ac:picMk id="5" creationId="{8F92930E-AFA5-54EE-7B6D-CF09C08FB183}"/>
          </ac:picMkLst>
        </pc:picChg>
      </pc:sldChg>
      <pc:sldChg chg="addSp delSp modSp new mod">
        <pc:chgData name="XiangYiGrace Tan" userId="31ec114b63101d3b" providerId="LiveId" clId="{B590056E-9F03-45D8-B150-00C748673E1E}" dt="2024-12-11T01:34:22.753" v="1099" actId="313"/>
        <pc:sldMkLst>
          <pc:docMk/>
          <pc:sldMk cId="4252231225" sldId="273"/>
        </pc:sldMkLst>
        <pc:spChg chg="mod">
          <ac:chgData name="XiangYiGrace Tan" userId="31ec114b63101d3b" providerId="LiveId" clId="{B590056E-9F03-45D8-B150-00C748673E1E}" dt="2024-12-11T01:34:21.912" v="1097" actId="313"/>
          <ac:spMkLst>
            <pc:docMk/>
            <pc:sldMk cId="4252231225" sldId="273"/>
            <ac:spMk id="2" creationId="{B001D7B7-54B5-C206-72E9-0D97BCACB0FC}"/>
          </ac:spMkLst>
        </pc:spChg>
        <pc:spChg chg="mod">
          <ac:chgData name="XiangYiGrace Tan" userId="31ec114b63101d3b" providerId="LiveId" clId="{B590056E-9F03-45D8-B150-00C748673E1E}" dt="2024-12-11T01:34:22.753" v="1099" actId="313"/>
          <ac:spMkLst>
            <pc:docMk/>
            <pc:sldMk cId="4252231225" sldId="273"/>
            <ac:spMk id="3" creationId="{48A1C379-86AE-4C7E-C103-44B88DA69F59}"/>
          </ac:spMkLst>
        </pc:spChg>
        <pc:spChg chg="add del mod">
          <ac:chgData name="XiangYiGrace Tan" userId="31ec114b63101d3b" providerId="LiveId" clId="{B590056E-9F03-45D8-B150-00C748673E1E}" dt="2024-12-11T01:10:36.905" v="645"/>
          <ac:spMkLst>
            <pc:docMk/>
            <pc:sldMk cId="4252231225" sldId="273"/>
            <ac:spMk id="4" creationId="{EE3877F7-7419-B038-EB69-8A47CED5FF1E}"/>
          </ac:spMkLst>
        </pc:spChg>
        <pc:picChg chg="add del mod">
          <ac:chgData name="XiangYiGrace Tan" userId="31ec114b63101d3b" providerId="LiveId" clId="{B590056E-9F03-45D8-B150-00C748673E1E}" dt="2024-12-11T01:10:36.905" v="645"/>
          <ac:picMkLst>
            <pc:docMk/>
            <pc:sldMk cId="4252231225" sldId="273"/>
            <ac:picMk id="5" creationId="{728010D9-2C5E-5432-3C14-9AA4E6811C15}"/>
          </ac:picMkLst>
        </pc:picChg>
        <pc:picChg chg="add del mod">
          <ac:chgData name="XiangYiGrace Tan" userId="31ec114b63101d3b" providerId="LiveId" clId="{B590056E-9F03-45D8-B150-00C748673E1E}" dt="2024-12-11T01:10:36.905" v="645"/>
          <ac:picMkLst>
            <pc:docMk/>
            <pc:sldMk cId="4252231225" sldId="273"/>
            <ac:picMk id="6" creationId="{2741337D-BE27-26DB-D1B8-D8E7E12FFD96}"/>
          </ac:picMkLst>
        </pc:picChg>
      </pc:sldChg>
      <pc:sldChg chg="addSp delSp modSp new mod">
        <pc:chgData name="XiangYiGrace Tan" userId="31ec114b63101d3b" providerId="LiveId" clId="{B590056E-9F03-45D8-B150-00C748673E1E}" dt="2024-12-11T01:24:29.664" v="926" actId="2711"/>
        <pc:sldMkLst>
          <pc:docMk/>
          <pc:sldMk cId="4125178945" sldId="274"/>
        </pc:sldMkLst>
        <pc:spChg chg="mod">
          <ac:chgData name="XiangYiGrace Tan" userId="31ec114b63101d3b" providerId="LiveId" clId="{B590056E-9F03-45D8-B150-00C748673E1E}" dt="2024-12-11T01:13:04.169" v="657" actId="20577"/>
          <ac:spMkLst>
            <pc:docMk/>
            <pc:sldMk cId="4125178945" sldId="274"/>
            <ac:spMk id="2" creationId="{BA94708E-E508-C50B-71FA-8D6CA45349BB}"/>
          </ac:spMkLst>
        </pc:spChg>
        <pc:spChg chg="mod">
          <ac:chgData name="XiangYiGrace Tan" userId="31ec114b63101d3b" providerId="LiveId" clId="{B590056E-9F03-45D8-B150-00C748673E1E}" dt="2024-12-11T01:24:29.664" v="926" actId="2711"/>
          <ac:spMkLst>
            <pc:docMk/>
            <pc:sldMk cId="4125178945" sldId="274"/>
            <ac:spMk id="3" creationId="{D729A516-5014-B185-9197-6D055FB23738}"/>
          </ac:spMkLst>
        </pc:spChg>
        <pc:spChg chg="add del">
          <ac:chgData name="XiangYiGrace Tan" userId="31ec114b63101d3b" providerId="LiveId" clId="{B590056E-9F03-45D8-B150-00C748673E1E}" dt="2024-12-11T01:17:00.754" v="777"/>
          <ac:spMkLst>
            <pc:docMk/>
            <pc:sldMk cId="4125178945" sldId="274"/>
            <ac:spMk id="4" creationId="{54F85CB7-42AA-6028-2F39-F02F75A96037}"/>
          </ac:spMkLst>
        </pc:spChg>
      </pc:sldChg>
      <pc:sldChg chg="new del">
        <pc:chgData name="XiangYiGrace Tan" userId="31ec114b63101d3b" providerId="LiveId" clId="{B590056E-9F03-45D8-B150-00C748673E1E}" dt="2024-12-11T01:19:44.233" v="831" actId="47"/>
        <pc:sldMkLst>
          <pc:docMk/>
          <pc:sldMk cId="2574074784" sldId="275"/>
        </pc:sldMkLst>
      </pc:sldChg>
      <pc:sldChg chg="modSp add mod">
        <pc:chgData name="XiangYiGrace Tan" userId="31ec114b63101d3b" providerId="LiveId" clId="{B590056E-9F03-45D8-B150-00C748673E1E}" dt="2024-12-11T01:27:31.467" v="1021" actId="2711"/>
        <pc:sldMkLst>
          <pc:docMk/>
          <pc:sldMk cId="441885791" sldId="276"/>
        </pc:sldMkLst>
        <pc:spChg chg="mod">
          <ac:chgData name="XiangYiGrace Tan" userId="31ec114b63101d3b" providerId="LiveId" clId="{B590056E-9F03-45D8-B150-00C748673E1E}" dt="2024-12-11T01:27:31.467" v="1021" actId="2711"/>
          <ac:spMkLst>
            <pc:docMk/>
            <pc:sldMk cId="441885791" sldId="276"/>
            <ac:spMk id="3" creationId="{D729A516-5014-B185-9197-6D055FB23738}"/>
          </ac:spMkLst>
        </pc:spChg>
      </pc:sldChg>
      <pc:sldChg chg="modSp new mod">
        <pc:chgData name="XiangYiGrace Tan" userId="31ec114b63101d3b" providerId="LiveId" clId="{B590056E-9F03-45D8-B150-00C748673E1E}" dt="2024-12-11T01:21:49.442" v="881" actId="2711"/>
        <pc:sldMkLst>
          <pc:docMk/>
          <pc:sldMk cId="1390813457" sldId="277"/>
        </pc:sldMkLst>
        <pc:spChg chg="mod">
          <ac:chgData name="XiangYiGrace Tan" userId="31ec114b63101d3b" providerId="LiveId" clId="{B590056E-9F03-45D8-B150-00C748673E1E}" dt="2024-12-11T01:20:33.322" v="838"/>
          <ac:spMkLst>
            <pc:docMk/>
            <pc:sldMk cId="1390813457" sldId="277"/>
            <ac:spMk id="2" creationId="{89F19F35-8197-6DAB-E8C4-B57348FD17A0}"/>
          </ac:spMkLst>
        </pc:spChg>
        <pc:spChg chg="mod">
          <ac:chgData name="XiangYiGrace Tan" userId="31ec114b63101d3b" providerId="LiveId" clId="{B590056E-9F03-45D8-B150-00C748673E1E}" dt="2024-12-11T01:21:49.442" v="881" actId="2711"/>
          <ac:spMkLst>
            <pc:docMk/>
            <pc:sldMk cId="1390813457" sldId="277"/>
            <ac:spMk id="3" creationId="{BB84968C-0817-8336-90C7-D51CA6572E33}"/>
          </ac:spMkLst>
        </pc:spChg>
      </pc:sldChg>
      <pc:sldChg chg="modSp new mod">
        <pc:chgData name="XiangYiGrace Tan" userId="31ec114b63101d3b" providerId="LiveId" clId="{B590056E-9F03-45D8-B150-00C748673E1E}" dt="2024-12-11T01:25:47.272" v="1006" actId="27636"/>
        <pc:sldMkLst>
          <pc:docMk/>
          <pc:sldMk cId="4128766594" sldId="278"/>
        </pc:sldMkLst>
        <pc:spChg chg="mod">
          <ac:chgData name="XiangYiGrace Tan" userId="31ec114b63101d3b" providerId="LiveId" clId="{B590056E-9F03-45D8-B150-00C748673E1E}" dt="2024-12-11T01:22:43.508" v="884"/>
          <ac:spMkLst>
            <pc:docMk/>
            <pc:sldMk cId="4128766594" sldId="278"/>
            <ac:spMk id="2" creationId="{5E60CAB9-B48E-83A3-83C2-BD74C6EFFAFE}"/>
          </ac:spMkLst>
        </pc:spChg>
        <pc:spChg chg="mod">
          <ac:chgData name="XiangYiGrace Tan" userId="31ec114b63101d3b" providerId="LiveId" clId="{B590056E-9F03-45D8-B150-00C748673E1E}" dt="2024-12-11T01:25:47.272" v="1006" actId="27636"/>
          <ac:spMkLst>
            <pc:docMk/>
            <pc:sldMk cId="4128766594" sldId="278"/>
            <ac:spMk id="3" creationId="{FF1592B3-9FE4-6785-ADA5-F2D350AC33B6}"/>
          </ac:spMkLst>
        </pc:spChg>
      </pc:sldChg>
      <pc:sldChg chg="addSp delSp modSp new mod">
        <pc:chgData name="XiangYiGrace Tan" userId="31ec114b63101d3b" providerId="LiveId" clId="{B590056E-9F03-45D8-B150-00C748673E1E}" dt="2024-12-11T01:34:31.838" v="1110" actId="20577"/>
        <pc:sldMkLst>
          <pc:docMk/>
          <pc:sldMk cId="3203422134" sldId="279"/>
        </pc:sldMkLst>
        <pc:spChg chg="mod">
          <ac:chgData name="XiangYiGrace Tan" userId="31ec114b63101d3b" providerId="LiveId" clId="{B590056E-9F03-45D8-B150-00C748673E1E}" dt="2024-12-11T01:34:31.838" v="1110" actId="20577"/>
          <ac:spMkLst>
            <pc:docMk/>
            <pc:sldMk cId="3203422134" sldId="279"/>
            <ac:spMk id="2" creationId="{4AF17B68-F068-CA44-CDB2-3E14AD8413EA}"/>
          </ac:spMkLst>
        </pc:spChg>
        <pc:spChg chg="del">
          <ac:chgData name="XiangYiGrace Tan" userId="31ec114b63101d3b" providerId="LiveId" clId="{B590056E-9F03-45D8-B150-00C748673E1E}" dt="2024-12-11T01:28:07.631" v="1022" actId="3680"/>
          <ac:spMkLst>
            <pc:docMk/>
            <pc:sldMk cId="3203422134" sldId="279"/>
            <ac:spMk id="3" creationId="{0EE6C554-D538-8063-3AC7-5D5573B1B7BE}"/>
          </ac:spMkLst>
        </pc:spChg>
        <pc:graphicFrameChg chg="add mod ord modGraphic">
          <ac:chgData name="XiangYiGrace Tan" userId="31ec114b63101d3b" providerId="LiveId" clId="{B590056E-9F03-45D8-B150-00C748673E1E}" dt="2024-12-11T01:31:26.580" v="1095" actId="20577"/>
          <ac:graphicFrameMkLst>
            <pc:docMk/>
            <pc:sldMk cId="3203422134" sldId="279"/>
            <ac:graphicFrameMk id="4" creationId="{936C73BC-BBDA-5002-CF76-F93E3C3B570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5DA42-EDAC-FE79-9DA4-56D39930B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36294C-43D1-8DD5-B39D-D1F6A8B3E9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8B6F8B-6512-95A3-4BA1-0AD2924D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66A66-6EAD-7859-B278-868448AA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433E38-AE48-E89D-1D60-0E5742011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637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370E9-8B54-8F72-B5B4-FBCDAC36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CD287-BF32-0717-8754-E0B02753F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1A3238-AE89-A127-0FBD-3029995D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7459DB-6715-6AFE-F20F-72B7745E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5E63F-98DD-23B2-AD62-18D9E4F7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8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68CA5-6869-2810-B95D-0B5D63EF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B56C38-8705-2B03-C5C8-ADDC273E1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B7682-81B6-8A8C-AE17-296E6DC6A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E0BD69-F9FF-93D2-A57A-3D23C065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1F71D-9EFB-281A-5F05-2C8EF937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51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226B0-97A7-7383-D768-A9591C5F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2D77B-C539-0B92-9B96-B2648AE66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88C464-9D40-7499-F1B2-1AE4232DF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AA0E2B-704C-984A-D569-58CFBB63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30796F-6FB5-4FB5-5499-3ACEC7D18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B2E6E9-B6A5-2BB9-D86C-29553AA9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42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11660-BD8B-38A4-F45B-559860BAA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2BEFFE-42B1-2187-501B-63553EB4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0F21BC-A8F8-487D-0283-FAE72BCEF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8B92CA-5079-1A81-F5F5-2365815EE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4D4490-EFD8-DF06-D0C0-CBAECEBA2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F26AA3B-08C9-12E9-A99F-8E629140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25F9F7-C274-7986-BA97-A45DCB5D4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F0095D-24F8-7FDC-C97C-1542F092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09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59FF1-BB5C-B8DA-8693-A3C1E409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73B02F-586E-1019-6915-B89A380F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8CA408-CE37-71DB-4599-DE4CE35F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EBA438-DE03-7747-2C27-B06668E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40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347E04-0714-F9B9-C964-C74EADD9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40B1E4-7396-22FE-20F9-20BE4392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39EBC3-FE35-4D7C-17B5-A90E46EC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682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624AA2-E644-1001-6F9B-67FA506DC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52A17-E03A-2637-6E22-860D8AFB3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36F4F1-A66C-BD83-ACA3-6845BC3EB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FAB3D4-E8DB-37B2-AEAD-00C05F184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8270E2-B666-5745-7293-9907C48CE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51F406-6EC0-DC33-78EB-38740CA12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53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1B51AE-8D23-800A-0D9D-2A25C84CF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F18C6C-1CBF-B12B-9D9A-523D6633A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55C9F8-C296-E714-4F10-D1F61DFBA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CCC1A9-673A-691B-8F0C-00FA9589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B96ECC-AB62-5364-43D0-E8F4DF45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DBF93E-CCBE-5ECA-9925-C97256ED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704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39524-744D-E8D4-55FC-B07DC826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DE2C26-193E-290C-D494-17A867740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019C7A-FFA7-4447-BDD5-4BAEC8EDA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EE8982-CD90-3274-2F94-3A8EACBF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6E1F83-6798-C384-7830-6A72A0AB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88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91B0F7-C38D-3D21-546F-29493066A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385815-102A-B238-BB38-09CA2B87B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E61946-D449-A0CE-AE8E-87E1C52C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97A455-C20F-62BE-03BE-2FDEB698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E5805-ED28-9EB1-63CC-1034DF18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70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691672-5189-4C3F-89E4-0DCDF38B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38C015-28B4-BD87-8D10-072C27E7A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F901C-5FC7-0948-3953-4625366C6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7D832-90F0-4023-A956-4FED37CE0EEE}" type="datetimeFigureOut">
              <a:rPr lang="en-GB" smtClean="0"/>
              <a:t>11/12/2024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573175-44B2-0732-BDFA-C374EB114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D987D-1567-1412-C2AE-A54E854284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EF168-1C3C-4326-BB8D-04FC67792E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45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945CF-A80E-E2B0-65D5-64FBC82AA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I2C exercise: </a:t>
            </a:r>
            <a:r>
              <a:rPr lang="en-GB" dirty="0" err="1"/>
              <a:t>Arduino_slave</a:t>
            </a:r>
            <a:r>
              <a:rPr lang="en-GB" dirty="0"/>
              <a:t> and </a:t>
            </a:r>
            <a:r>
              <a:rPr lang="en-GB" dirty="0" err="1"/>
              <a:t>Arduino_master</a:t>
            </a:r>
            <a:br>
              <a:rPr lang="en-GB" dirty="0"/>
            </a:br>
            <a:r>
              <a:rPr lang="en-GB" dirty="0"/>
              <a:t>Helper slides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2B2188-6AE6-FAB4-9D90-95501FC76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903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09E89-F08B-93FB-8F47-387C059B4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Arduino_slave</a:t>
            </a:r>
            <a:r>
              <a:rPr lang="en-GB" dirty="0"/>
              <a:t>: What is the task?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9E79F6-D22A-37F2-FFDE-BDA32E716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Arduino code allows Arduino to receive messages over I²C (a communication protocol) and print the received messages to the Serial Monitor.</a:t>
            </a:r>
          </a:p>
          <a:p>
            <a:r>
              <a:rPr lang="en-GB" dirty="0"/>
              <a:t> Specifically, the Arduino acts as a slave device with an address of 9. When data is sent to this address, the code reads the data, stores it in a buffer (a temporary storage space), and displays it on the Serial Monitor.</a:t>
            </a:r>
          </a:p>
          <a:p>
            <a:r>
              <a:rPr lang="en-GB" dirty="0"/>
              <a:t>Write you code following the steps and ask volunteers for help!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057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8FE85-2151-4D60-E676-8098E0E14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Include the Required Library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B07295-D457-11B9-54E9-F923153C9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Library: You'll need the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Wire</a:t>
            </a:r>
            <a:r>
              <a:rPr lang="en-GB" dirty="0"/>
              <a:t> library to enable I²C communication.</a:t>
            </a:r>
          </a:p>
          <a:p>
            <a:endParaRPr lang="en-GB" dirty="0"/>
          </a:p>
          <a:p>
            <a:r>
              <a:rPr lang="en-GB" dirty="0"/>
              <a:t>Write an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#include </a:t>
            </a:r>
            <a:r>
              <a:rPr lang="en-GB" dirty="0"/>
              <a:t>statement at the very top of the code to include this library.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The Wire library allows your Arduino to send and receive data over the I²C bus.</a:t>
            </a:r>
          </a:p>
        </p:txBody>
      </p:sp>
    </p:spTree>
    <p:extLst>
      <p:ext uri="{BB962C8B-B14F-4D97-AF65-F5344CB8AC3E}">
        <p14:creationId xmlns:p14="http://schemas.microsoft.com/office/powerpoint/2010/main" val="382074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99F4E-9C21-3A26-AFA5-94753F7B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Define the Buffer Size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681E3-6A35-75DC-7C2D-64710BC69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Buffer Size: Create a constant called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BUFFER_SIZE </a:t>
            </a:r>
            <a:r>
              <a:rPr lang="en-GB" dirty="0"/>
              <a:t>and set it to 32.</a:t>
            </a:r>
          </a:p>
          <a:p>
            <a:r>
              <a:rPr lang="en-GB" dirty="0"/>
              <a:t>This defines how much data (in characters) your Arduino can store when receiving messages.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This buffer will store incoming data, and 32 is a maximum reasonable size to work with, considering Arduino's memory limitations.</a:t>
            </a:r>
          </a:p>
        </p:txBody>
      </p:sp>
    </p:spTree>
    <p:extLst>
      <p:ext uri="{BB962C8B-B14F-4D97-AF65-F5344CB8AC3E}">
        <p14:creationId xmlns:p14="http://schemas.microsoft.com/office/powerpoint/2010/main" val="192231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71A36-A956-547E-F73F-DA5B7849C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Declare the Buffer and Index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160476-8C76-2A73-005E-B5712E330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Buffer: Create a character array called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receivedText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dirty="0"/>
              <a:t>with a size of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BUFFER_SIZE</a:t>
            </a:r>
            <a:r>
              <a:rPr lang="en-GB" dirty="0"/>
              <a:t>.</a:t>
            </a:r>
          </a:p>
          <a:p>
            <a:r>
              <a:rPr lang="en-GB" dirty="0"/>
              <a:t>This will store the received message.</a:t>
            </a:r>
          </a:p>
          <a:p>
            <a:endParaRPr lang="en-GB" dirty="0"/>
          </a:p>
          <a:p>
            <a:r>
              <a:rPr lang="en-GB" dirty="0"/>
              <a:t>Index: Create an integer variable called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textIndex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/>
              <a:t>and set it to 0.</a:t>
            </a:r>
          </a:p>
          <a:p>
            <a:r>
              <a:rPr lang="en-GB" dirty="0"/>
              <a:t>This will track where the next character should be stored in the buffer.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The buffer stores the incoming data as characters. The index keeps track of where to place each character.</a:t>
            </a:r>
          </a:p>
        </p:txBody>
      </p:sp>
    </p:spTree>
    <p:extLst>
      <p:ext uri="{BB962C8B-B14F-4D97-AF65-F5344CB8AC3E}">
        <p14:creationId xmlns:p14="http://schemas.microsoft.com/office/powerpoint/2010/main" val="2909797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43250-D54D-88B3-190F-4C0DB7E2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Set Up the Arduino (Setup Function)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AA34A-A231-AE0B-7806-2E9CB0ED1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setup</a:t>
            </a:r>
            <a:r>
              <a:rPr lang="en-GB" dirty="0"/>
              <a:t> function. This function runs once when the Arduino starts. (it should be there when you create a new file)</a:t>
            </a:r>
          </a:p>
          <a:p>
            <a:endParaRPr lang="en-GB" dirty="0"/>
          </a:p>
          <a:p>
            <a:r>
              <a:rPr lang="en-GB" dirty="0"/>
              <a:t>Start Serial Communication:</a:t>
            </a:r>
          </a:p>
          <a:p>
            <a:r>
              <a:rPr lang="en-GB" dirty="0"/>
              <a:t>Inside the setup, initialize the Serial Monitor with a baud rate of 9600 using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Serial.begin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();.</a:t>
            </a:r>
          </a:p>
          <a:p>
            <a:r>
              <a:rPr lang="en-GB" dirty="0"/>
              <a:t>This allows you to see messages printed to your computer.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DAE533-F41A-22CF-DECF-5AC9BAC4F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262" y="3181315"/>
            <a:ext cx="628738" cy="49536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032313-E450-7BCA-0BA8-66DEC7010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131" y="3162262"/>
            <a:ext cx="71447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0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E14E4-E3FF-E912-0294-EFB57D1B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Set Up the Arduino (Setup Function)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1FD190-C606-F385-CBA1-800EBFD1E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Start I²C Communication:</a:t>
            </a:r>
          </a:p>
          <a:p>
            <a:r>
              <a:rPr lang="en-GB" dirty="0"/>
              <a:t>Initialize the Arduino as an I²C slave device with the address 9 using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Wire.begin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().</a:t>
            </a:r>
          </a:p>
          <a:p>
            <a:endParaRPr lang="en-GB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GB" dirty="0"/>
              <a:t>Register the Receive Event:</a:t>
            </a:r>
          </a:p>
          <a:p>
            <a:r>
              <a:rPr lang="en-GB" dirty="0"/>
              <a:t>Attach a function called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receiveEvent</a:t>
            </a:r>
            <a:r>
              <a:rPr lang="en-GB" dirty="0"/>
              <a:t> using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Wire.onReceive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().</a:t>
            </a:r>
          </a:p>
          <a:p>
            <a:r>
              <a:rPr lang="en-GB" dirty="0"/>
              <a:t>This function will automatically run whenever the Arduino receives data.</a:t>
            </a:r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The setup function prepares the Arduino for serial communication and I²C communication.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887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69DDA-FDCB-9811-0AF4-91E79233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5: Write the Receive Event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F1F596-71C7-86FA-0938-0A5E6A818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Create a function called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receiveEvent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GB" dirty="0"/>
              <a:t>that:</a:t>
            </a:r>
          </a:p>
          <a:p>
            <a:endParaRPr lang="en-GB" dirty="0"/>
          </a:p>
          <a:p>
            <a:r>
              <a:rPr lang="en-GB" dirty="0"/>
              <a:t>Type: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void</a:t>
            </a:r>
            <a:r>
              <a:rPr lang="en-GB" dirty="0"/>
              <a:t> (it doesn't return any value).</a:t>
            </a:r>
          </a:p>
          <a:p>
            <a:r>
              <a:rPr lang="en-GB" dirty="0"/>
              <a:t>Input: An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int</a:t>
            </a:r>
            <a:r>
              <a:rPr lang="en-GB" dirty="0"/>
              <a:t>eger called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bytes</a:t>
            </a:r>
            <a:r>
              <a:rPr lang="en-GB" dirty="0"/>
              <a:t>, which represents the number of bytes available to read.</a:t>
            </a:r>
          </a:p>
          <a:p>
            <a:endParaRPr lang="en-GB" dirty="0"/>
          </a:p>
          <a:p>
            <a:r>
              <a:rPr lang="en-GB" dirty="0"/>
              <a:t>Reset the Index:</a:t>
            </a:r>
          </a:p>
          <a:p>
            <a:r>
              <a:rPr lang="en-GB" dirty="0"/>
              <a:t>At the beginning of the function, set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textIndex</a:t>
            </a:r>
            <a:r>
              <a:rPr lang="en-GB" dirty="0"/>
              <a:t> to 0 to clear the buffer for new data.</a:t>
            </a:r>
          </a:p>
        </p:txBody>
      </p:sp>
    </p:spTree>
    <p:extLst>
      <p:ext uri="{BB962C8B-B14F-4D97-AF65-F5344CB8AC3E}">
        <p14:creationId xmlns:p14="http://schemas.microsoft.com/office/powerpoint/2010/main" val="323676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69DDA-FDCB-9811-0AF4-91E79233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5: Write the Receive Event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F1F596-71C7-86FA-0938-0A5E6A818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Read Incoming Data:</a:t>
            </a:r>
          </a:p>
          <a:p>
            <a:r>
              <a:rPr lang="en-GB" dirty="0"/>
              <a:t>Use a loop to read each byte from the I²C buffer:</a:t>
            </a:r>
          </a:p>
          <a:p>
            <a:r>
              <a:rPr lang="en-GB" dirty="0"/>
              <a:t>As long as there are bytes available (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Wire.available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</a:t>
            </a:r>
            <a:r>
              <a:rPr lang="en-GB" dirty="0"/>
              <a:t>), read one byte at a time and store it in a variable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c </a:t>
            </a:r>
            <a:r>
              <a:rPr lang="en-GB" dirty="0"/>
              <a:t>of type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char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Store Data in the Buffer:</a:t>
            </a:r>
          </a:p>
          <a:p>
            <a:r>
              <a:rPr lang="en-GB" dirty="0"/>
              <a:t>If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textIndex</a:t>
            </a:r>
            <a:r>
              <a:rPr lang="en-GB" dirty="0"/>
              <a:t> is less than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BUFFER_SIZE - 1</a:t>
            </a:r>
            <a:r>
              <a:rPr lang="en-GB" dirty="0"/>
              <a:t>:</a:t>
            </a:r>
          </a:p>
          <a:p>
            <a:r>
              <a:rPr lang="en-GB" dirty="0"/>
              <a:t>Store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c</a:t>
            </a:r>
            <a:r>
              <a:rPr lang="en-GB" dirty="0"/>
              <a:t> in the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receivedText</a:t>
            </a:r>
            <a:r>
              <a:rPr lang="en-GB" dirty="0"/>
              <a:t> array at the position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textIndex</a:t>
            </a:r>
            <a:r>
              <a:rPr lang="en-GB" dirty="0"/>
              <a:t>.</a:t>
            </a:r>
          </a:p>
          <a:p>
            <a:r>
              <a:rPr lang="en-GB" dirty="0"/>
              <a:t>Increment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textIndex</a:t>
            </a:r>
            <a:r>
              <a:rPr lang="en-GB" dirty="0"/>
              <a:t> by 1.</a:t>
            </a:r>
          </a:p>
          <a:p>
            <a:pPr marL="0" indent="0">
              <a:buNone/>
            </a:pPr>
            <a:r>
              <a:rPr lang="en-GB" dirty="0"/>
              <a:t>Loop to read each byte from the I²C buffer end here.</a:t>
            </a:r>
          </a:p>
        </p:txBody>
      </p:sp>
    </p:spTree>
    <p:extLst>
      <p:ext uri="{BB962C8B-B14F-4D97-AF65-F5344CB8AC3E}">
        <p14:creationId xmlns:p14="http://schemas.microsoft.com/office/powerpoint/2010/main" val="1761571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69DDA-FDCB-9811-0AF4-91E79233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5: Write the Receive Event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F1F596-71C7-86FA-0938-0A5E6A818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 a Null-Terminator: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After reading all the bytes, add a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\0</a:t>
            </a:r>
            <a:r>
              <a:rPr lang="en-GB" dirty="0"/>
              <a:t> (null-terminator) to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receivedText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GB" dirty="0"/>
              <a:t>to mark the end of the string.</a:t>
            </a:r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This function processes the data received over I²C and stores it as a proper string. The null-terminator is crucial to indicate the end of the text.</a:t>
            </a:r>
          </a:p>
          <a:p>
            <a:endParaRPr lang="en-GB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D64CD2-3C3E-E5A6-F983-482ADB21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062" y="1401294"/>
            <a:ext cx="5135349" cy="174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34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A3665-333A-F7ED-9638-E67B610C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Write the Loop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885E9A-D15A-0901-DDFE-D924074BD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Create a loop function. This function runs repeatedly.(it should be there when you create a new file)</a:t>
            </a:r>
          </a:p>
          <a:p>
            <a:endParaRPr lang="en-GB" dirty="0"/>
          </a:p>
          <a:p>
            <a:r>
              <a:rPr lang="en-GB" dirty="0"/>
              <a:t>Check for New Data:</a:t>
            </a:r>
          </a:p>
          <a:p>
            <a:r>
              <a:rPr lang="en-GB" dirty="0"/>
              <a:t>If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textIndex</a:t>
            </a:r>
            <a:r>
              <a:rPr lang="en-GB" dirty="0"/>
              <a:t> is greater than 0 (meaning data has been received), print the message.</a:t>
            </a:r>
          </a:p>
          <a:p>
            <a:endParaRPr lang="en-GB" dirty="0"/>
          </a:p>
          <a:p>
            <a:r>
              <a:rPr lang="en-GB" dirty="0"/>
              <a:t>Print the Message:</a:t>
            </a:r>
          </a:p>
          <a:p>
            <a:r>
              <a:rPr lang="en-GB" dirty="0"/>
              <a:t>Use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Serial.println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GB" dirty="0"/>
              <a:t>to display the message in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receivedText</a:t>
            </a:r>
            <a:r>
              <a:rPr lang="en-GB" dirty="0"/>
              <a:t> on the Serial Monitor.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9472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BFBCF-296A-EA16-317B-8BD640F5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Write the Loop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313B76-2053-ED50-44B3-E2E5047D9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Reset the Index:</a:t>
            </a:r>
          </a:p>
          <a:p>
            <a:endParaRPr lang="en-GB" dirty="0"/>
          </a:p>
          <a:p>
            <a:r>
              <a:rPr lang="en-GB" dirty="0"/>
              <a:t>After printing, reset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textIndex</a:t>
            </a:r>
            <a:r>
              <a:rPr lang="en-GB" dirty="0"/>
              <a:t> to 0 to prepare for the next message.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The loop function continuously checks if there's a new message to print. Resetting </a:t>
            </a:r>
            <a:r>
              <a:rPr lang="en-GB" dirty="0" err="1"/>
              <a:t>textIndex</a:t>
            </a:r>
            <a:r>
              <a:rPr lang="en-GB" dirty="0"/>
              <a:t> allows the buffer to be reused.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2167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B5822-0166-1404-9F5A-5485FA08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Summary for </a:t>
            </a:r>
            <a:r>
              <a:rPr lang="en-GB" dirty="0" err="1"/>
              <a:t>Arduino_slave</a:t>
            </a:r>
            <a:endParaRPr lang="en-GB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BEA548F3-A76F-1AFE-2E67-2FBC4026F2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871248"/>
              </p:ext>
            </p:extLst>
          </p:nvPr>
        </p:nvGraphicFramePr>
        <p:xfrm>
          <a:off x="838200" y="1915160"/>
          <a:ext cx="10515600" cy="302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415">
                  <a:extLst>
                    <a:ext uri="{9D8B030D-6E8A-4147-A177-3AD203B41FA5}">
                      <a16:colId xmlns:a16="http://schemas.microsoft.com/office/drawing/2014/main" val="469380955"/>
                    </a:ext>
                  </a:extLst>
                </a:gridCol>
                <a:gridCol w="1641231">
                  <a:extLst>
                    <a:ext uri="{9D8B030D-6E8A-4147-A177-3AD203B41FA5}">
                      <a16:colId xmlns:a16="http://schemas.microsoft.com/office/drawing/2014/main" val="3007771969"/>
                    </a:ext>
                  </a:extLst>
                </a:gridCol>
                <a:gridCol w="6224954">
                  <a:extLst>
                    <a:ext uri="{9D8B030D-6E8A-4147-A177-3AD203B41FA5}">
                      <a16:colId xmlns:a16="http://schemas.microsoft.com/office/drawing/2014/main" val="2190642486"/>
                    </a:ext>
                  </a:extLst>
                </a:gridCol>
              </a:tblGrid>
              <a:tr h="336232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Variable			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66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BUFFER_SIZE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#define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Maximum size of the </a:t>
                      </a:r>
                      <a:r>
                        <a:rPr lang="en-GB" dirty="0" err="1"/>
                        <a:t>receivedText</a:t>
                      </a:r>
                      <a:r>
                        <a:rPr lang="en-GB" dirty="0"/>
                        <a:t> buffer (32).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30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onsolas" panose="020B0609020204030204" pitchFamily="49" charset="0"/>
                        </a:rPr>
                        <a:t>receivedText</a:t>
                      </a:r>
                      <a:endParaRPr lang="en-GB" dirty="0"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char[]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Buffer to store the incoming message.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152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err="1">
                          <a:latin typeface="Consolas" panose="020B0609020204030204" pitchFamily="49" charset="0"/>
                        </a:rPr>
                        <a:t>textIndex</a:t>
                      </a:r>
                      <a:r>
                        <a:rPr lang="en-GB" dirty="0">
                          <a:latin typeface="Consolas" panose="020B0609020204030204" pitchFamily="49" charset="0"/>
                        </a:rPr>
                        <a:t>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Tracks the current position in the buffer.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183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char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Stores each character read from the I²C buffer.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596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bytes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Consolas" panose="020B0609020204030204" pitchFamily="49" charset="0"/>
                        </a:rPr>
                        <a:t>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Number of bytes available to read in the </a:t>
                      </a:r>
                      <a:r>
                        <a:rPr lang="en-GB" dirty="0" err="1"/>
                        <a:t>receiveEvent</a:t>
                      </a:r>
                      <a:r>
                        <a:rPr lang="en-GB" dirty="0"/>
                        <a:t> function.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652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131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0A5237-269D-673D-30A2-D60EA302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Arduino_master</a:t>
            </a:r>
            <a:r>
              <a:rPr lang="en-GB" dirty="0"/>
              <a:t>: What is the task?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50D63C-7BF8-19CE-257B-0A43143B5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code allows an Arduino to act as an I²C master. The master device reads input from the Serial Monitor, stores it as a string, and then sends this string to an I²C slave device (like the Arduino Uno) with the address 9. </a:t>
            </a:r>
          </a:p>
          <a:p>
            <a:r>
              <a:rPr lang="en-GB" dirty="0"/>
              <a:t>After sending the message, it prints a confirmation to the Serial Monitor.</a:t>
            </a:r>
          </a:p>
        </p:txBody>
      </p:sp>
    </p:spTree>
    <p:extLst>
      <p:ext uri="{BB962C8B-B14F-4D97-AF65-F5344CB8AC3E}">
        <p14:creationId xmlns:p14="http://schemas.microsoft.com/office/powerpoint/2010/main" val="7269680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B3AFA-0304-A46B-B2C9-386B03A75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Include the Required Library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A414FE-D381-26DA-0061-F6823EEF1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Library: You'll need the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Wire</a:t>
            </a:r>
            <a:r>
              <a:rPr lang="en-GB" dirty="0"/>
              <a:t> library to enable I²C communication.</a:t>
            </a:r>
          </a:p>
          <a:p>
            <a:endParaRPr lang="en-GB" dirty="0"/>
          </a:p>
          <a:p>
            <a:r>
              <a:rPr lang="en-GB" dirty="0"/>
              <a:t>Write an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#include </a:t>
            </a:r>
            <a:r>
              <a:rPr lang="en-GB" dirty="0"/>
              <a:t>statement at the very top of the code to include this library.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The Wire library allows your Arduino to send and receive data over the I²C bus.</a:t>
            </a:r>
          </a:p>
        </p:txBody>
      </p:sp>
    </p:spTree>
    <p:extLst>
      <p:ext uri="{BB962C8B-B14F-4D97-AF65-F5344CB8AC3E}">
        <p14:creationId xmlns:p14="http://schemas.microsoft.com/office/powerpoint/2010/main" val="1571874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6A255-F80A-E0E3-2CD5-83D35525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Define the Buffer Size and Input Buffer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064C01-8D33-CB3C-9F3C-B582EED0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Buffer Size: Define a constant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BUFFER_SIZE </a:t>
            </a:r>
            <a:r>
              <a:rPr lang="en-GB" dirty="0"/>
              <a:t>with a value of 32.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Input Buffer: Declare a character array called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inputText</a:t>
            </a:r>
            <a:r>
              <a:rPr lang="en-GB" dirty="0"/>
              <a:t> with a size of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BUFFER_SIZE</a:t>
            </a:r>
            <a:r>
              <a:rPr lang="en-GB" dirty="0"/>
              <a:t>.</a:t>
            </a:r>
          </a:p>
          <a:p>
            <a:r>
              <a:rPr lang="en-GB" dirty="0"/>
              <a:t>This array will store the text that the user inputs from the Serial Monitor.</a:t>
            </a:r>
          </a:p>
          <a:p>
            <a:endParaRPr lang="en-GB" dirty="0"/>
          </a:p>
          <a:p>
            <a:r>
              <a:rPr lang="en-GB" dirty="0"/>
              <a:t>Why?</a:t>
            </a:r>
          </a:p>
          <a:p>
            <a:r>
              <a:rPr lang="en-GB" dirty="0"/>
              <a:t>The buffer allows you to temporarily store the input message before sending it over I²C.</a:t>
            </a:r>
          </a:p>
        </p:txBody>
      </p:sp>
    </p:spTree>
    <p:extLst>
      <p:ext uri="{BB962C8B-B14F-4D97-AF65-F5344CB8AC3E}">
        <p14:creationId xmlns:p14="http://schemas.microsoft.com/office/powerpoint/2010/main" val="223264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B4FA1-D344-D88D-6697-995A84D93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Step 3: Set Up the Arduino (Setup Function)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D839F-613F-55F4-9437-A3CAEF442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setup</a:t>
            </a:r>
            <a:r>
              <a:rPr lang="en-GB" dirty="0"/>
              <a:t> function. This function runs once when the Arduino starts. (it should be there when you create a new file)</a:t>
            </a:r>
          </a:p>
          <a:p>
            <a:endParaRPr lang="en-GB" dirty="0"/>
          </a:p>
          <a:p>
            <a:r>
              <a:rPr lang="en-GB" dirty="0"/>
              <a:t>Start Serial Communication:</a:t>
            </a:r>
          </a:p>
          <a:p>
            <a:r>
              <a:rPr lang="en-GB" dirty="0"/>
              <a:t>Initialize the Serial Monitor with a baud rate of 9600 using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Serial.begin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();.</a:t>
            </a:r>
          </a:p>
          <a:p>
            <a:r>
              <a:rPr lang="en-GB" dirty="0"/>
              <a:t>This allows you to send and receive text via your computer.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1E8E95-925B-B355-D54C-95947297D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262" y="3181315"/>
            <a:ext cx="628738" cy="4953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F92930E-AFA5-54EE-7B6D-CF09C08FB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131" y="3162262"/>
            <a:ext cx="71447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41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1D7B7-54B5-C206-72E9-0D97BCAC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Step 3: Set Up the Arduino (Setup Function)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A1C379-86AE-4C7E-C103-44B88DA6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Initialize I²C Communication:</a:t>
            </a:r>
          </a:p>
          <a:p>
            <a:endParaRPr lang="en-GB" dirty="0"/>
          </a:p>
          <a:p>
            <a:r>
              <a:rPr lang="en-GB" dirty="0"/>
              <a:t>Call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Wire.begin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(); </a:t>
            </a:r>
            <a:r>
              <a:rPr lang="en-GB" dirty="0"/>
              <a:t>to set up the Arduino as an I²C master.</a:t>
            </a:r>
          </a:p>
          <a:p>
            <a:endParaRPr lang="en-GB" dirty="0"/>
          </a:p>
          <a:p>
            <a:r>
              <a:rPr lang="en-GB" dirty="0"/>
              <a:t>Print a Welcome Message:</a:t>
            </a:r>
          </a:p>
          <a:p>
            <a:r>
              <a:rPr lang="en-GB" dirty="0"/>
              <a:t>Print a message prompting the user to type a message and press Enter.</a:t>
            </a:r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The setup function prepares the Arduino for communication and informs the user how to interact with the device.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2231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4708E-E508-C50B-71FA-8D6CA453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Write the Loop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29A516-5014-B185-9197-6D055FB23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Create a loop function. This function runs repeatedly. (it should be there when you create a new file)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Check for User Input:</a:t>
            </a:r>
          </a:p>
          <a:p>
            <a:r>
              <a:rPr lang="en-GB" dirty="0"/>
              <a:t>Use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Serial.available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 </a:t>
            </a:r>
            <a:r>
              <a:rPr lang="en-GB" dirty="0"/>
              <a:t>to check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if</a:t>
            </a:r>
            <a:r>
              <a:rPr lang="en-GB" dirty="0"/>
              <a:t> there is any input available in the Serial Monitor. They are available if 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Serial.available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 </a:t>
            </a:r>
            <a:r>
              <a:rPr lang="en-GB" dirty="0"/>
              <a:t>is greater than 0.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5178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4708E-E508-C50B-71FA-8D6CA453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Write the Loop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29A516-5014-B185-9197-6D055FB23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Read Input:</a:t>
            </a:r>
          </a:p>
          <a:p>
            <a:r>
              <a:rPr lang="en-GB" dirty="0"/>
              <a:t>Use the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Serial.readBytesUntil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 </a:t>
            </a:r>
            <a:r>
              <a:rPr lang="en-GB" dirty="0"/>
              <a:t>function to achieve this. This function reads characters until it encounters a newline or reaches the maximum number of characters allowed.</a:t>
            </a:r>
          </a:p>
          <a:p>
            <a:r>
              <a:rPr lang="en-GB" dirty="0"/>
              <a:t>Read characters from the Serial Monitor until a newline character (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\n</a:t>
            </a:r>
            <a:r>
              <a:rPr lang="en-GB" dirty="0"/>
              <a:t>) is received, meaning the user pressed Enter or the buffer is full (up to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BUFFER_SIZE - 1</a:t>
            </a:r>
            <a:r>
              <a:rPr lang="en-GB" dirty="0"/>
              <a:t>).</a:t>
            </a:r>
          </a:p>
          <a:p>
            <a:r>
              <a:rPr lang="en-GB" dirty="0"/>
              <a:t>Store the characters in the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inputText</a:t>
            </a:r>
            <a:r>
              <a:rPr lang="en-GB" dirty="0"/>
              <a:t> buffer.</a:t>
            </a:r>
          </a:p>
          <a:p>
            <a:r>
              <a:rPr lang="en-GB" dirty="0"/>
              <a:t>Save the length of the input in a variable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en-GB" dirty="0"/>
              <a:t>.</a:t>
            </a:r>
          </a:p>
          <a:p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en-GB" dirty="0"/>
              <a:t> is declared as a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size_t</a:t>
            </a:r>
            <a:r>
              <a:rPr lang="en-GB" dirty="0"/>
              <a:t> because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Serial.readBytesUntil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 </a:t>
            </a:r>
            <a:r>
              <a:rPr lang="en-GB" dirty="0"/>
              <a:t>returns the number of characters read, which is a size value.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1885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19F35-8197-6DAB-E8C4-B57348FD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Write the Loop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84968C-0817-8336-90C7-D51CA6572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Add a Null-Terminator: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Add a 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\0</a:t>
            </a:r>
            <a:r>
              <a:rPr lang="en-GB" dirty="0"/>
              <a:t> (null-terminator) to the end of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inputText</a:t>
            </a:r>
            <a:r>
              <a:rPr lang="en-GB" dirty="0"/>
              <a:t> to mark it as a valid string.</a:t>
            </a:r>
          </a:p>
          <a:p>
            <a:endParaRPr lang="en-GB" dirty="0"/>
          </a:p>
          <a:p>
            <a:r>
              <a:rPr lang="en-GB" dirty="0"/>
              <a:t>Send Data via I²C:</a:t>
            </a:r>
          </a:p>
          <a:p>
            <a:r>
              <a:rPr lang="en-GB" dirty="0"/>
              <a:t>Use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Wire.beginTransmission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 </a:t>
            </a:r>
            <a:r>
              <a:rPr lang="en-GB" dirty="0"/>
              <a:t>to start communication with the slave device at address 9.</a:t>
            </a:r>
          </a:p>
          <a:p>
            <a:r>
              <a:rPr lang="en-GB" dirty="0"/>
              <a:t>Send the string stored in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inputText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GB" dirty="0"/>
              <a:t>using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Wire.write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();.</a:t>
            </a:r>
          </a:p>
          <a:p>
            <a:r>
              <a:rPr lang="en-GB" dirty="0"/>
              <a:t>End the I²C transmission with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Wire.endTransmission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();.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813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0CAB9-B48E-83A3-83C2-BD74C6EF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Write the Loop Function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592B3-9FE4-6785-ADA5-F2D350AC3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Print Confirmation:</a:t>
            </a:r>
          </a:p>
          <a:p>
            <a:r>
              <a:rPr lang="en-GB" dirty="0"/>
              <a:t>Print a message to the Serial Monitor showing the text that was sent. Use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Serial.println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dirty="0"/>
              <a:t>Prompt the user to type another message. </a:t>
            </a:r>
            <a:r>
              <a:rPr lang="en-GB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Serial.println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();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Why?</a:t>
            </a:r>
          </a:p>
          <a:p>
            <a:r>
              <a:rPr lang="en-GB" dirty="0"/>
              <a:t>This function continuously checks for new input and sends it to the I²C slave. Adding a null-terminator ensures the string is properly formatted.</a:t>
            </a:r>
          </a:p>
          <a:p>
            <a:endParaRPr lang="en-GB" dirty="0"/>
          </a:p>
          <a:p>
            <a:r>
              <a:rPr lang="en-GB" dirty="0"/>
              <a:t>The</a:t>
            </a:r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 if </a:t>
            </a:r>
            <a:r>
              <a:rPr lang="en-GB" dirty="0"/>
              <a:t>loop</a:t>
            </a:r>
            <a:r>
              <a:rPr lang="en-GB" dirty="0">
                <a:solidFill>
                  <a:srgbClr val="00B050"/>
                </a:solidFill>
              </a:rPr>
              <a:t> </a:t>
            </a:r>
            <a:r>
              <a:rPr lang="en-GB" dirty="0"/>
              <a:t>ends here.</a:t>
            </a:r>
          </a:p>
          <a:p>
            <a:r>
              <a:rPr lang="en-GB" dirty="0"/>
              <a:t>The loop function ends here.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766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17B68-F068-CA44-CDB2-3E14AD84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Summary for </a:t>
            </a:r>
            <a:r>
              <a:rPr lang="en-GB" dirty="0" err="1"/>
              <a:t>Arduino_master</a:t>
            </a:r>
            <a:endParaRPr lang="en-GB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36C73BC-BBDA-5002-CF76-F93E3C3B5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0763972"/>
              </p:ext>
            </p:extLst>
          </p:nvPr>
        </p:nvGraphicFramePr>
        <p:xfrm>
          <a:off x="1096109" y="2155483"/>
          <a:ext cx="1051559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629">
                  <a:extLst>
                    <a:ext uri="{9D8B030D-6E8A-4147-A177-3AD203B41FA5}">
                      <a16:colId xmlns:a16="http://schemas.microsoft.com/office/drawing/2014/main" val="2928942856"/>
                    </a:ext>
                  </a:extLst>
                </a:gridCol>
                <a:gridCol w="1992924">
                  <a:extLst>
                    <a:ext uri="{9D8B030D-6E8A-4147-A177-3AD203B41FA5}">
                      <a16:colId xmlns:a16="http://schemas.microsoft.com/office/drawing/2014/main" val="248373777"/>
                    </a:ext>
                  </a:extLst>
                </a:gridCol>
                <a:gridCol w="6729044">
                  <a:extLst>
                    <a:ext uri="{9D8B030D-6E8A-4147-A177-3AD203B41FA5}">
                      <a16:colId xmlns:a16="http://schemas.microsoft.com/office/drawing/2014/main" val="18520316"/>
                    </a:ext>
                  </a:extLst>
                </a:gridCol>
              </a:tblGrid>
              <a:tr h="575994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Variable	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6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BUFFER_SIZE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#define</a:t>
                      </a:r>
                      <a:endParaRPr lang="en-GB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Maximum size of the </a:t>
                      </a:r>
                      <a:r>
                        <a:rPr lang="en-GB" dirty="0" err="1"/>
                        <a:t>inputText</a:t>
                      </a:r>
                      <a:r>
                        <a:rPr lang="en-GB" dirty="0"/>
                        <a:t> buffer (32).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557506"/>
                  </a:ext>
                </a:extLst>
              </a:tr>
              <a:tr h="239932">
                <a:tc>
                  <a:txBody>
                    <a:bodyPr/>
                    <a:lstStyle/>
                    <a:p>
                      <a:r>
                        <a:rPr lang="en-GB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inputText</a:t>
                      </a:r>
                      <a:r>
                        <a:rPr lang="en-GB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	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char[]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Buffer to store the user’s input message.</a:t>
                      </a:r>
                    </a:p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651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len</a:t>
                      </a:r>
                      <a:endParaRPr lang="en-GB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size_t</a:t>
                      </a:r>
                      <a:endParaRPr lang="en-GB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Length of the input string read from the Serial Monitor.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60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422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A56C826A73D644851C7C3F1A1566D7" ma:contentTypeVersion="12" ma:contentTypeDescription="Create a new document." ma:contentTypeScope="" ma:versionID="0e32e25a94baf5cb2c7b4d6c6e81aa50">
  <xsd:schema xmlns:xsd="http://www.w3.org/2001/XMLSchema" xmlns:xs="http://www.w3.org/2001/XMLSchema" xmlns:p="http://schemas.microsoft.com/office/2006/metadata/properties" xmlns:ns2="3b0b8f64-f3a1-45b4-b7c1-3a1c12a53132" xmlns:ns3="42defbfe-cf8e-4947-8357-3602af44915c" targetNamespace="http://schemas.microsoft.com/office/2006/metadata/properties" ma:root="true" ma:fieldsID="81bebf1bf880784de90c2e0b7be7fb8c" ns2:_="" ns3:_="">
    <xsd:import namespace="3b0b8f64-f3a1-45b4-b7c1-3a1c12a53132"/>
    <xsd:import namespace="42defbfe-cf8e-4947-8357-3602af44915c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b8f64-f3a1-45b4-b7c1-3a1c12a5313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efbfe-cf8e-4947-8357-3602af44915c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61c0958-40b6-49bc-8237-179ec6836e34}" ma:internalName="TaxCatchAll" ma:showField="CatchAllData" ma:web="42defbfe-cf8e-4947-8357-3602af4491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defbfe-cf8e-4947-8357-3602af44915c" xsi:nil="true"/>
    <lcf76f155ced4ddcb4097134ff3c332f xmlns="3b0b8f64-f3a1-45b4-b7c1-3a1c12a5313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35A8CC1-FCE4-4F8E-B36E-1D5C260483B6}"/>
</file>

<file path=customXml/itemProps2.xml><?xml version="1.0" encoding="utf-8"?>
<ds:datastoreItem xmlns:ds="http://schemas.openxmlformats.org/officeDocument/2006/customXml" ds:itemID="{895BF126-ACCE-4E64-A4DD-DB5D9BFE4082}"/>
</file>

<file path=customXml/itemProps3.xml><?xml version="1.0" encoding="utf-8"?>
<ds:datastoreItem xmlns:ds="http://schemas.openxmlformats.org/officeDocument/2006/customXml" ds:itemID="{AD5DC5DD-CDFF-4FC2-888C-5E7453922C3D}"/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1601</Words>
  <Application>Microsoft Office PowerPoint</Application>
  <PresentationFormat>宽屏</PresentationFormat>
  <Paragraphs>181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Office 主题​​</vt:lpstr>
      <vt:lpstr>I2C exercise: Arduino_slave and Arduino_master Helper slides</vt:lpstr>
      <vt:lpstr>Arduino_slave: What is the task?</vt:lpstr>
      <vt:lpstr>Step 1: Include the Required Library</vt:lpstr>
      <vt:lpstr>Step 2: Define the Buffer Size</vt:lpstr>
      <vt:lpstr>Step 3: Declare the Buffer and Index</vt:lpstr>
      <vt:lpstr>Step 4: Set Up the Arduino (Setup Function)</vt:lpstr>
      <vt:lpstr>Step 4: Set Up the Arduino (Setup Function)</vt:lpstr>
      <vt:lpstr>Step 5: Write the Receive Event Function</vt:lpstr>
      <vt:lpstr>Step 5: Write the Receive Event Function</vt:lpstr>
      <vt:lpstr>Step 5: Write the Receive Event Function</vt:lpstr>
      <vt:lpstr>Step 6: Write the Loop Function</vt:lpstr>
      <vt:lpstr>Step 6: Write the Loop Function</vt:lpstr>
      <vt:lpstr>Variable Summary for Arduino_slave</vt:lpstr>
      <vt:lpstr>Arduino_master: What is the task?</vt:lpstr>
      <vt:lpstr>Step 1: Include the Required Library</vt:lpstr>
      <vt:lpstr>Step 2: Define the Buffer Size and Input Buffer</vt:lpstr>
      <vt:lpstr> Step 3: Set Up the Arduino (Setup Function)</vt:lpstr>
      <vt:lpstr> Step 3: Set Up the Arduino (Setup Function)</vt:lpstr>
      <vt:lpstr>Step 4: Write the Loop Function</vt:lpstr>
      <vt:lpstr>Step 4: Write the Loop Function</vt:lpstr>
      <vt:lpstr>Step 4: Write the Loop Function</vt:lpstr>
      <vt:lpstr>Step 4: Write the Loop Function</vt:lpstr>
      <vt:lpstr>Variable Summary for Arduino_master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I2C exercise: Arduino_slave Helper slides</dc:title>
  <dc:creator>XiangYiGrace Tan</dc:creator>
  <cp:lastModifiedBy>XiangYiGrace Tan</cp:lastModifiedBy>
  <cp:revision>1</cp:revision>
  <dcterms:created xsi:type="dcterms:W3CDTF">2024-12-11T00:43:44Z</dcterms:created>
  <dcterms:modified xsi:type="dcterms:W3CDTF">2024-12-11T01:34:34Z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0x010100FBA56C826A73D644851C7C3F1A1566D7</vt:lpwstr>
  </property>
</Properties>
</file>